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1"/>
  </p:notesMasterIdLst>
  <p:sldIdLst>
    <p:sldId id="256" r:id="rId2"/>
    <p:sldId id="257" r:id="rId3"/>
    <p:sldId id="259" r:id="rId4"/>
    <p:sldId id="260" r:id="rId5"/>
    <p:sldId id="261" r:id="rId6"/>
    <p:sldId id="262" r:id="rId7"/>
    <p:sldId id="263" r:id="rId8"/>
    <p:sldId id="258" r:id="rId9"/>
    <p:sldId id="264" r:id="rId10"/>
  </p:sldIdLst>
  <p:sldSz cx="9144000" cy="6858000" type="screen4x3"/>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ijA+1eX66IXCUKd/m7FHR3xUNQ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5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34" Type="http://schemas.openxmlformats.org/officeDocument/2006/relationships/theme" Target="theme/theme1.xml"/><Relationship Id="rId7" Type="http://schemas.openxmlformats.org/officeDocument/2006/relationships/slide" Target="slides/slide6.xml"/><Relationship Id="rId33"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32"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 name="Google Shape;43;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 name="Google Shape;50;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pic>
        <p:nvPicPr>
          <p:cNvPr id="21" name="Google Shape;21;p45"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2" name="Google Shape;22;p45"/>
          <p:cNvGrpSpPr/>
          <p:nvPr/>
        </p:nvGrpSpPr>
        <p:grpSpPr>
          <a:xfrm>
            <a:off x="6146800" y="0"/>
            <a:ext cx="2997200" cy="876300"/>
            <a:chOff x="6096000" y="3924300"/>
            <a:chExt cx="2997200" cy="876300"/>
          </a:xfrm>
        </p:grpSpPr>
        <p:sp>
          <p:nvSpPr>
            <p:cNvPr id="23" name="Google Shape;23;p45"/>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4" name="Google Shape;24;p45"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5" name="Google Shape;25;p45"/>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26" name="Google Shape;26;p45"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27" name="Google Shape;27;p4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3200">
                <a:latin typeface="Times New Roman"/>
                <a:ea typeface="Times New Roman"/>
                <a:cs typeface="Times New Roman"/>
                <a:sym typeface="Times New Roman"/>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 name="Google Shape;28;p45"/>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1pPr>
            <a:lvl2pPr marL="914400" lvl="1"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2pPr>
            <a:lvl3pPr marL="1371600" lvl="2"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3pPr>
            <a:lvl4pPr marL="1828800" lvl="3"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4pPr>
            <a:lvl5pPr marL="2286000" lvl="4" indent="-3683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9" name="Google Shape;29;p45"/>
          <p:cNvSpPr txBox="1">
            <a:spLocks noGrp="1"/>
          </p:cNvSpPr>
          <p:nvPr>
            <p:ph type="dt" idx="10"/>
          </p:nvPr>
        </p:nvSpPr>
        <p:spPr>
          <a:xfrm>
            <a:off x="152400" y="6629400"/>
            <a:ext cx="2286000" cy="17895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5"/>
          <p:cNvSpPr txBox="1">
            <a:spLocks noGrp="1"/>
          </p:cNvSpPr>
          <p:nvPr>
            <p:ph type="ftr" idx="11"/>
          </p:nvPr>
        </p:nvSpPr>
        <p:spPr>
          <a:xfrm>
            <a:off x="3124200" y="6629400"/>
            <a:ext cx="2895600" cy="1968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5"/>
          <p:cNvSpPr txBox="1">
            <a:spLocks noGrp="1"/>
          </p:cNvSpPr>
          <p:nvPr>
            <p:ph type="sldNum" idx="12"/>
          </p:nvPr>
        </p:nvSpPr>
        <p:spPr>
          <a:xfrm>
            <a:off x="6553200" y="6629400"/>
            <a:ext cx="2133600" cy="178955"/>
          </a:xfrm>
          <a:prstGeom prst="rect">
            <a:avLst/>
          </a:prstGeom>
          <a:noFill/>
          <a:ln>
            <a:noFill/>
          </a:ln>
        </p:spPr>
        <p:txBody>
          <a:bodyPr spcFirstLastPara="1" wrap="square" lIns="91425" tIns="45700" rIns="91425" bIns="45700" anchor="ctr" anchorCtr="0">
            <a:noAutofit/>
          </a:bodyPr>
          <a:lstStyle>
            <a:lvl1pPr marL="12700" marR="0" lvl="0"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1pPr>
            <a:lvl2pPr marL="12700" marR="0" lvl="1"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2pPr>
            <a:lvl3pPr marL="12700" marR="0" lvl="2"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3pPr>
            <a:lvl4pPr marL="12700" marR="0" lvl="3"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4pPr>
            <a:lvl5pPr marL="12700" marR="0" lvl="4"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5pPr>
            <a:lvl6pPr marL="12700" marR="0" lvl="5"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6pPr>
            <a:lvl7pPr marL="12700" marR="0" lvl="6"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7pPr>
            <a:lvl8pPr marL="12700" marR="0" lvl="7"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8pPr>
            <a:lvl9pPr marL="12700" marR="0" lvl="8" indent="0" algn="r">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9pPr>
          </a:lstStyle>
          <a:p>
            <a:pPr marL="12700" lvl="0" indent="0" algn="r" rtl="0">
              <a:spcBef>
                <a:spcPts val="15"/>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2"/>
        <p:cNvGrpSpPr/>
        <p:nvPr/>
      </p:nvGrpSpPr>
      <p:grpSpPr>
        <a:xfrm>
          <a:off x="0" y="0"/>
          <a:ext cx="0" cy="0"/>
          <a:chOff x="0" y="0"/>
          <a:chExt cx="0" cy="0"/>
        </a:xfrm>
      </p:grpSpPr>
      <p:sp>
        <p:nvSpPr>
          <p:cNvPr id="33" name="Google Shape;33;p46"/>
          <p:cNvSpPr txBox="1">
            <a:spLocks noGrp="1"/>
          </p:cNvSpPr>
          <p:nvPr>
            <p:ph type="ftr" idx="11"/>
          </p:nvPr>
        </p:nvSpPr>
        <p:spPr>
          <a:xfrm>
            <a:off x="3086100" y="6596246"/>
            <a:ext cx="2895600" cy="261754"/>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6"/>
          <p:cNvSpPr txBox="1">
            <a:spLocks noGrp="1"/>
          </p:cNvSpPr>
          <p:nvPr>
            <p:ph type="dt" idx="10"/>
          </p:nvPr>
        </p:nvSpPr>
        <p:spPr>
          <a:xfrm>
            <a:off x="76200" y="6594307"/>
            <a:ext cx="2362200" cy="263693"/>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6"/>
          <p:cNvSpPr txBox="1">
            <a:spLocks noGrp="1"/>
          </p:cNvSpPr>
          <p:nvPr>
            <p:ph type="sldNum" idx="12"/>
          </p:nvPr>
        </p:nvSpPr>
        <p:spPr>
          <a:xfrm>
            <a:off x="6553200" y="6583684"/>
            <a:ext cx="2133600" cy="274316"/>
          </a:xfrm>
          <a:prstGeom prst="rect">
            <a:avLst/>
          </a:prstGeom>
          <a:noFill/>
          <a:ln>
            <a:noFill/>
          </a:ln>
        </p:spPr>
        <p:txBody>
          <a:bodyPr spcFirstLastPara="1" wrap="square" lIns="0" tIns="0" rIns="0" bIns="0" anchor="ctr" anchorCtr="0">
            <a:noAutofit/>
          </a:bodyPr>
          <a:lstStyle>
            <a:lvl1pPr marL="12700" marR="0" lvl="0"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1pPr>
            <a:lvl2pPr marL="12700" marR="0" lvl="1"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2pPr>
            <a:lvl3pPr marL="12700" marR="0" lvl="2"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3pPr>
            <a:lvl4pPr marL="12700" marR="0" lvl="3"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4pPr>
            <a:lvl5pPr marL="12700" marR="0" lvl="4"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5pPr>
            <a:lvl6pPr marL="12700" marR="0" lvl="5"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6pPr>
            <a:lvl7pPr marL="12700" marR="0" lvl="6"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7pPr>
            <a:lvl8pPr marL="12700" marR="0" lvl="7"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8pPr>
            <a:lvl9pPr marL="12700" marR="0" lvl="8"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9pPr>
          </a:lstStyle>
          <a:p>
            <a:pPr marL="12700" lvl="0" indent="0" algn="r" rtl="0">
              <a:spcBef>
                <a:spcPts val="15"/>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Only">
  <p:cSld name="Title Only">
    <p:bg>
      <p:bgPr>
        <a:solidFill>
          <a:schemeClr val="lt1"/>
        </a:solidFill>
        <a:effectLst/>
      </p:bgPr>
    </p:bg>
    <p:spTree>
      <p:nvGrpSpPr>
        <p:cNvPr id="1" name="Shape 36"/>
        <p:cNvGrpSpPr/>
        <p:nvPr/>
      </p:nvGrpSpPr>
      <p:grpSpPr>
        <a:xfrm>
          <a:off x="0" y="0"/>
          <a:ext cx="0" cy="0"/>
          <a:chOff x="0" y="0"/>
          <a:chExt cx="0" cy="0"/>
        </a:xfrm>
      </p:grpSpPr>
      <p:sp>
        <p:nvSpPr>
          <p:cNvPr id="37" name="Google Shape;37;p47"/>
          <p:cNvSpPr txBox="1">
            <a:spLocks noGrp="1"/>
          </p:cNvSpPr>
          <p:nvPr>
            <p:ph type="title"/>
          </p:nvPr>
        </p:nvSpPr>
        <p:spPr>
          <a:xfrm>
            <a:off x="0" y="0"/>
            <a:ext cx="6477000" cy="838200"/>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SzPts val="1400"/>
              <a:buNone/>
              <a:defRPr sz="4300" b="0" i="0">
                <a:solidFill>
                  <a:srgbClr val="54607B"/>
                </a:solidFill>
                <a:latin typeface="Trebuchet MS"/>
                <a:ea typeface="Trebuchet MS"/>
                <a:cs typeface="Trebuchet MS"/>
                <a:sym typeface="Trebuchet MS"/>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47"/>
          <p:cNvSpPr txBox="1">
            <a:spLocks noGrp="1"/>
          </p:cNvSpPr>
          <p:nvPr>
            <p:ph type="ftr" idx="11"/>
          </p:nvPr>
        </p:nvSpPr>
        <p:spPr>
          <a:xfrm>
            <a:off x="3086100" y="6596246"/>
            <a:ext cx="2895600" cy="261754"/>
          </a:xfrm>
          <a:prstGeom prst="rect">
            <a:avLst/>
          </a:prstGeom>
          <a:noFill/>
          <a:ln>
            <a:noFill/>
          </a:ln>
        </p:spPr>
        <p:txBody>
          <a:bodyPr spcFirstLastPara="1" wrap="square" lIns="0" tIns="0" rIns="0" bIns="0" anchor="ctr" anchorCtr="0">
            <a:no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7"/>
          <p:cNvSpPr txBox="1">
            <a:spLocks noGrp="1"/>
          </p:cNvSpPr>
          <p:nvPr>
            <p:ph type="dt" idx="10"/>
          </p:nvPr>
        </p:nvSpPr>
        <p:spPr>
          <a:xfrm>
            <a:off x="76200" y="6594307"/>
            <a:ext cx="2362200" cy="263693"/>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7"/>
          <p:cNvSpPr txBox="1">
            <a:spLocks noGrp="1"/>
          </p:cNvSpPr>
          <p:nvPr>
            <p:ph type="sldNum" idx="12"/>
          </p:nvPr>
        </p:nvSpPr>
        <p:spPr>
          <a:xfrm>
            <a:off x="6553200" y="6583684"/>
            <a:ext cx="2133600" cy="274316"/>
          </a:xfrm>
          <a:prstGeom prst="rect">
            <a:avLst/>
          </a:prstGeom>
          <a:noFill/>
          <a:ln>
            <a:noFill/>
          </a:ln>
        </p:spPr>
        <p:txBody>
          <a:bodyPr spcFirstLastPara="1" wrap="square" lIns="0" tIns="0" rIns="0" bIns="0" anchor="ctr" anchorCtr="0">
            <a:noAutofit/>
          </a:bodyPr>
          <a:lstStyle>
            <a:lvl1pPr marL="12700" marR="0" lvl="0"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1pPr>
            <a:lvl2pPr marL="12700" marR="0" lvl="1"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2pPr>
            <a:lvl3pPr marL="12700" marR="0" lvl="2"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3pPr>
            <a:lvl4pPr marL="12700" marR="0" lvl="3"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4pPr>
            <a:lvl5pPr marL="12700" marR="0" lvl="4"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5pPr>
            <a:lvl6pPr marL="12700" marR="0" lvl="5"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6pPr>
            <a:lvl7pPr marL="12700" marR="0" lvl="6"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7pPr>
            <a:lvl8pPr marL="12700" marR="0" lvl="7"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8pPr>
            <a:lvl9pPr marL="12700" marR="0" lvl="8" indent="0" algn="r">
              <a:lnSpc>
                <a:spcPct val="100000"/>
              </a:lnSpc>
              <a:spcBef>
                <a:spcPts val="15"/>
              </a:spcBef>
              <a:spcAft>
                <a:spcPts val="0"/>
              </a:spcAft>
              <a:buClr>
                <a:srgbClr val="000000"/>
              </a:buClr>
              <a:buSzPts val="1200"/>
              <a:buFont typeface="Arial"/>
              <a:buNone/>
              <a:defRPr sz="1200" b="0" i="0" u="none" strike="noStrike" cap="none">
                <a:solidFill>
                  <a:srgbClr val="9B9B9E"/>
                </a:solidFill>
                <a:latin typeface="Trebuchet MS"/>
                <a:ea typeface="Trebuchet MS"/>
                <a:cs typeface="Trebuchet MS"/>
                <a:sym typeface="Trebuchet MS"/>
              </a:defRPr>
            </a:lvl9pPr>
          </a:lstStyle>
          <a:p>
            <a:pPr marL="12700" lvl="0" indent="0" algn="r" rtl="0">
              <a:spcBef>
                <a:spcPts val="15"/>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7" name="Google Shape;7;p44"/>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44"/>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 name="Google Shape;9;p44"/>
          <p:cNvSpPr/>
          <p:nvPr/>
        </p:nvSpPr>
        <p:spPr>
          <a:xfrm rot="10800000" flipH="1">
            <a:off x="0" y="6583684"/>
            <a:ext cx="9144000" cy="2743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0" name="Google Shape;10;p44"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pic>
        <p:nvPicPr>
          <p:cNvPr id="11" name="Google Shape;11;p44"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grpSp>
        <p:nvGrpSpPr>
          <p:cNvPr id="12" name="Google Shape;12;p44"/>
          <p:cNvGrpSpPr/>
          <p:nvPr/>
        </p:nvGrpSpPr>
        <p:grpSpPr>
          <a:xfrm>
            <a:off x="6146800" y="0"/>
            <a:ext cx="2997200" cy="876300"/>
            <a:chOff x="6096000" y="3924300"/>
            <a:chExt cx="2997200" cy="876300"/>
          </a:xfrm>
        </p:grpSpPr>
        <p:sp>
          <p:nvSpPr>
            <p:cNvPr id="13" name="Google Shape;13;p44"/>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4" name="Google Shape;14;p44" descr="LOGO.gif"/>
            <p:cNvPicPr preferRelativeResize="0"/>
            <p:nvPr/>
          </p:nvPicPr>
          <p:blipFill rotWithShape="1">
            <a:blip r:embed="rId5">
              <a:alphaModFix/>
            </a:blip>
            <a:srcRect b="10713"/>
            <a:stretch/>
          </p:blipFill>
          <p:spPr>
            <a:xfrm>
              <a:off x="6502400" y="4152900"/>
              <a:ext cx="2057400" cy="635000"/>
            </a:xfrm>
            <a:prstGeom prst="rect">
              <a:avLst/>
            </a:prstGeom>
            <a:noFill/>
            <a:ln>
              <a:noFill/>
            </a:ln>
          </p:spPr>
        </p:pic>
        <p:sp>
          <p:nvSpPr>
            <p:cNvPr id="15" name="Google Shape;15;p44"/>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16" name="Google Shape;16;p44" descr="logo.jpg"/>
          <p:cNvPicPr preferRelativeResize="0"/>
          <p:nvPr/>
        </p:nvPicPr>
        <p:blipFill rotWithShape="1">
          <a:blip r:embed="rId6">
            <a:alphaModFix/>
          </a:blip>
          <a:srcRect/>
          <a:stretch/>
        </p:blipFill>
        <p:spPr>
          <a:xfrm>
            <a:off x="6553200" y="228600"/>
            <a:ext cx="1920875" cy="609600"/>
          </a:xfrm>
          <a:prstGeom prst="rect">
            <a:avLst/>
          </a:prstGeom>
          <a:noFill/>
          <a:ln>
            <a:noFill/>
          </a:ln>
        </p:spPr>
      </p:pic>
      <p:sp>
        <p:nvSpPr>
          <p:cNvPr id="17" name="Google Shape;17;p44"/>
          <p:cNvSpPr txBox="1">
            <a:spLocks noGrp="1"/>
          </p:cNvSpPr>
          <p:nvPr>
            <p:ph type="dt" idx="10"/>
          </p:nvPr>
        </p:nvSpPr>
        <p:spPr>
          <a:xfrm>
            <a:off x="76200" y="6594307"/>
            <a:ext cx="2362200" cy="263693"/>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1" i="0" u="none" strike="noStrike" cap="none">
                <a:solidFill>
                  <a:schemeClr val="lt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8" name="Google Shape;18;p44"/>
          <p:cNvSpPr txBox="1">
            <a:spLocks noGrp="1"/>
          </p:cNvSpPr>
          <p:nvPr>
            <p:ph type="ftr" idx="11"/>
          </p:nvPr>
        </p:nvSpPr>
        <p:spPr>
          <a:xfrm>
            <a:off x="3086100" y="6596246"/>
            <a:ext cx="2895600" cy="26175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1" i="0" u="none" strike="noStrike" cap="none">
                <a:solidFill>
                  <a:schemeClr val="lt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9" name="Google Shape;19;p44"/>
          <p:cNvSpPr txBox="1">
            <a:spLocks noGrp="1"/>
          </p:cNvSpPr>
          <p:nvPr>
            <p:ph type="sldNum" idx="12"/>
          </p:nvPr>
        </p:nvSpPr>
        <p:spPr>
          <a:xfrm>
            <a:off x="6553200" y="6583684"/>
            <a:ext cx="2133600" cy="274316"/>
          </a:xfrm>
          <a:prstGeom prst="rect">
            <a:avLst/>
          </a:prstGeom>
          <a:noFill/>
          <a:ln>
            <a:noFill/>
          </a:ln>
        </p:spPr>
        <p:txBody>
          <a:bodyPr spcFirstLastPara="1" wrap="square" lIns="91425" tIns="45700" rIns="91425" bIns="45700" anchor="ctr" anchorCtr="0">
            <a:noAutofit/>
          </a:bodyPr>
          <a:lstStyle>
            <a:lvl1pPr marL="12700" marR="0" lvl="0"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1pPr>
            <a:lvl2pPr marL="12700" marR="0" lvl="1"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2pPr>
            <a:lvl3pPr marL="12700" marR="0" lvl="2"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3pPr>
            <a:lvl4pPr marL="12700" marR="0" lvl="3"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4pPr>
            <a:lvl5pPr marL="12700" marR="0" lvl="4"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5pPr>
            <a:lvl6pPr marL="12700" marR="0" lvl="5"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6pPr>
            <a:lvl7pPr marL="12700" marR="0" lvl="6"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7pPr>
            <a:lvl8pPr marL="12700" marR="0" lvl="7"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8pPr>
            <a:lvl9pPr marL="12700" marR="0" lvl="8" indent="0" algn="r" rtl="0">
              <a:lnSpc>
                <a:spcPct val="100000"/>
              </a:lnSpc>
              <a:spcBef>
                <a:spcPts val="15"/>
              </a:spcBef>
              <a:spcAft>
                <a:spcPts val="0"/>
              </a:spcAft>
              <a:buClr>
                <a:srgbClr val="000000"/>
              </a:buClr>
              <a:buSzPts val="1200"/>
              <a:buFont typeface="Arial"/>
              <a:buNone/>
              <a:defRPr sz="1200" b="1" i="0" u="none" strike="noStrike" cap="none">
                <a:solidFill>
                  <a:schemeClr val="lt1"/>
                </a:solidFill>
                <a:latin typeface="Times New Roman"/>
                <a:ea typeface="Times New Roman"/>
                <a:cs typeface="Times New Roman"/>
                <a:sym typeface="Times New Roman"/>
              </a:defRPr>
            </a:lvl9pPr>
          </a:lstStyle>
          <a:p>
            <a:pPr marL="12700" lvl="0" indent="0" algn="r" rtl="0">
              <a:spcBef>
                <a:spcPts val="15"/>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1"/>
          <p:cNvSpPr txBox="1">
            <a:spLocks noGrp="1"/>
          </p:cNvSpPr>
          <p:nvPr>
            <p:ph type="title"/>
          </p:nvPr>
        </p:nvSpPr>
        <p:spPr>
          <a:xfrm>
            <a:off x="1081548" y="1533778"/>
            <a:ext cx="6781800" cy="948978"/>
          </a:xfrm>
          <a:prstGeom prst="rect">
            <a:avLst/>
          </a:prstGeom>
          <a:noFill/>
          <a:ln>
            <a:noFill/>
          </a:ln>
        </p:spPr>
        <p:txBody>
          <a:bodyPr spcFirstLastPara="1" wrap="square" lIns="0" tIns="12700" rIns="0" bIns="0" anchor="ctr" anchorCtr="0">
            <a:spAutoFit/>
          </a:bodyPr>
          <a:lstStyle/>
          <a:p>
            <a:pPr marL="12700" marR="5080" lvl="0" indent="0" algn="ctr" rtl="0">
              <a:lnSpc>
                <a:spcPct val="100000"/>
              </a:lnSpc>
              <a:spcBef>
                <a:spcPts val="100"/>
              </a:spcBef>
              <a:spcAft>
                <a:spcPts val="0"/>
              </a:spcAft>
              <a:buSzPts val="1400"/>
              <a:buNone/>
            </a:pPr>
            <a:r>
              <a:rPr lang="en-US" sz="6000" dirty="0"/>
              <a:t>COFFEE HOUSE</a:t>
            </a:r>
            <a:endParaRPr lang="en-US" sz="6000" dirty="0">
              <a:latin typeface="Times New Roman"/>
              <a:ea typeface="Times New Roman"/>
              <a:cs typeface="Times New Roman"/>
              <a:sym typeface="Times New Roman"/>
            </a:endParaRPr>
          </a:p>
        </p:txBody>
      </p:sp>
      <p:sp>
        <p:nvSpPr>
          <p:cNvPr id="46" name="Google Shape;46;p1"/>
          <p:cNvSpPr txBox="1">
            <a:spLocks noGrp="1"/>
          </p:cNvSpPr>
          <p:nvPr>
            <p:ph type="sldNum" idx="12"/>
          </p:nvPr>
        </p:nvSpPr>
        <p:spPr>
          <a:xfrm>
            <a:off x="6553200" y="6629400"/>
            <a:ext cx="2133600" cy="178955"/>
          </a:xfrm>
          <a:prstGeom prst="rect">
            <a:avLst/>
          </a:prstGeom>
          <a:noFill/>
          <a:ln>
            <a:noFill/>
          </a:ln>
        </p:spPr>
        <p:txBody>
          <a:bodyPr spcFirstLastPara="1" wrap="square" lIns="0" tIns="1900" rIns="0" bIns="0" anchor="ctr" anchorCtr="0">
            <a:spAutoFit/>
          </a:bodyPr>
          <a:lstStyle/>
          <a:p>
            <a:pPr marL="12700" lvl="0" indent="0" algn="r" rtl="0">
              <a:lnSpc>
                <a:spcPct val="100000"/>
              </a:lnSpc>
              <a:spcBef>
                <a:spcPts val="15"/>
              </a:spcBef>
              <a:spcAft>
                <a:spcPts val="0"/>
              </a:spcAft>
              <a:buSzPts val="1200"/>
              <a:buNone/>
            </a:pPr>
            <a:fld id="{00000000-1234-1234-1234-123412341234}" type="slidenum">
              <a:rPr lang="en-US" smtClean="0"/>
              <a:t>1</a:t>
            </a:fld>
            <a:endParaRPr lang="en-US"/>
          </a:p>
        </p:txBody>
      </p:sp>
      <p:sp>
        <p:nvSpPr>
          <p:cNvPr id="2" name="Google Shape;45;p1">
            <a:extLst>
              <a:ext uri="{FF2B5EF4-FFF2-40B4-BE49-F238E27FC236}">
                <a16:creationId xmlns:a16="http://schemas.microsoft.com/office/drawing/2014/main" id="{8FDB3F05-2CEB-36F5-C422-0A37C0A9F0CB}"/>
              </a:ext>
            </a:extLst>
          </p:cNvPr>
          <p:cNvSpPr txBox="1">
            <a:spLocks/>
          </p:cNvSpPr>
          <p:nvPr/>
        </p:nvSpPr>
        <p:spPr>
          <a:xfrm>
            <a:off x="167148" y="4230601"/>
            <a:ext cx="2035278" cy="333425"/>
          </a:xfrm>
          <a:prstGeom prst="rect">
            <a:avLst/>
          </a:prstGeom>
          <a:noFill/>
          <a:ln>
            <a:noFill/>
          </a:ln>
        </p:spPr>
        <p:txBody>
          <a:bodyPr spcFirstLastPara="1" wrap="square" lIns="0" tIns="12700" rIns="0" bIns="0" anchor="ctr"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pPr marL="12700" marR="5080">
              <a:spcBef>
                <a:spcPts val="100"/>
              </a:spcBef>
            </a:pPr>
            <a:r>
              <a:rPr lang="en-US" sz="2000" dirty="0"/>
              <a:t>Submitted to:</a:t>
            </a:r>
          </a:p>
        </p:txBody>
      </p:sp>
      <p:sp>
        <p:nvSpPr>
          <p:cNvPr id="5" name="Google Shape;45;p1">
            <a:extLst>
              <a:ext uri="{FF2B5EF4-FFF2-40B4-BE49-F238E27FC236}">
                <a16:creationId xmlns:a16="http://schemas.microsoft.com/office/drawing/2014/main" id="{BA30764E-4E62-0F0A-DCFC-7247F6628B9B}"/>
              </a:ext>
            </a:extLst>
          </p:cNvPr>
          <p:cNvSpPr txBox="1">
            <a:spLocks/>
          </p:cNvSpPr>
          <p:nvPr/>
        </p:nvSpPr>
        <p:spPr>
          <a:xfrm>
            <a:off x="5828070" y="4230601"/>
            <a:ext cx="2035278" cy="333425"/>
          </a:xfrm>
          <a:prstGeom prst="rect">
            <a:avLst/>
          </a:prstGeom>
          <a:noFill/>
          <a:ln>
            <a:noFill/>
          </a:ln>
        </p:spPr>
        <p:txBody>
          <a:bodyPr spcFirstLastPara="1" wrap="square" lIns="0" tIns="12700" rIns="0" bIns="0" anchor="ctr"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pPr marL="12700" marR="5080">
              <a:spcBef>
                <a:spcPts val="100"/>
              </a:spcBef>
            </a:pPr>
            <a:r>
              <a:rPr lang="en-US" sz="2000" dirty="0"/>
              <a:t>Submitted by:</a:t>
            </a:r>
          </a:p>
        </p:txBody>
      </p:sp>
      <p:sp>
        <p:nvSpPr>
          <p:cNvPr id="8" name="TextBox 7">
            <a:extLst>
              <a:ext uri="{FF2B5EF4-FFF2-40B4-BE49-F238E27FC236}">
                <a16:creationId xmlns:a16="http://schemas.microsoft.com/office/drawing/2014/main" id="{230C12C1-06EF-B38A-79BA-9292A224A2AB}"/>
              </a:ext>
            </a:extLst>
          </p:cNvPr>
          <p:cNvSpPr txBox="1"/>
          <p:nvPr/>
        </p:nvSpPr>
        <p:spPr>
          <a:xfrm>
            <a:off x="6074229" y="4775582"/>
            <a:ext cx="2743200" cy="830997"/>
          </a:xfrm>
          <a:prstGeom prst="rect">
            <a:avLst/>
          </a:prstGeom>
          <a:noFill/>
        </p:spPr>
        <p:txBody>
          <a:bodyPr wrap="square" rtlCol="0">
            <a:spAutoFit/>
          </a:bodyPr>
          <a:lstStyle/>
          <a:p>
            <a:r>
              <a:rPr lang="en-US" sz="1600" b="1" dirty="0"/>
              <a:t>Pabitra (2510987068)</a:t>
            </a:r>
          </a:p>
          <a:p>
            <a:r>
              <a:rPr lang="en-US" sz="1600" b="1" dirty="0"/>
              <a:t>Shubham (2510987039)</a:t>
            </a:r>
          </a:p>
          <a:p>
            <a:r>
              <a:rPr lang="en-US" sz="1600" b="1" dirty="0"/>
              <a:t>Kushant (2510987066)</a:t>
            </a:r>
            <a:endParaRPr lang="en-IN" sz="1600" b="1" dirty="0"/>
          </a:p>
        </p:txBody>
      </p:sp>
      <p:sp>
        <p:nvSpPr>
          <p:cNvPr id="9" name="TextBox 8">
            <a:extLst>
              <a:ext uri="{FF2B5EF4-FFF2-40B4-BE49-F238E27FC236}">
                <a16:creationId xmlns:a16="http://schemas.microsoft.com/office/drawing/2014/main" id="{F65FEE7E-D5AB-4E20-F15A-B462BAEB7D03}"/>
              </a:ext>
            </a:extLst>
          </p:cNvPr>
          <p:cNvSpPr txBox="1"/>
          <p:nvPr/>
        </p:nvSpPr>
        <p:spPr>
          <a:xfrm>
            <a:off x="402771" y="4677891"/>
            <a:ext cx="3918857" cy="646331"/>
          </a:xfrm>
          <a:prstGeom prst="rect">
            <a:avLst/>
          </a:prstGeom>
          <a:noFill/>
        </p:spPr>
        <p:txBody>
          <a:bodyPr wrap="square" rtlCol="0">
            <a:spAutoFit/>
          </a:bodyPr>
          <a:lstStyle/>
          <a:p>
            <a:r>
              <a:rPr lang="en-US" sz="1800" b="1" dirty="0"/>
              <a:t>Department of Computer Application</a:t>
            </a:r>
            <a:endParaRPr lang="en-IN" sz="1800" b="1" dirty="0"/>
          </a:p>
        </p:txBody>
      </p:sp>
      <p:sp>
        <p:nvSpPr>
          <p:cNvPr id="3" name="TextBox 2">
            <a:extLst>
              <a:ext uri="{FF2B5EF4-FFF2-40B4-BE49-F238E27FC236}">
                <a16:creationId xmlns:a16="http://schemas.microsoft.com/office/drawing/2014/main" id="{124590F9-DC9A-B420-5821-50E443EEB6A3}"/>
              </a:ext>
            </a:extLst>
          </p:cNvPr>
          <p:cNvSpPr txBox="1"/>
          <p:nvPr/>
        </p:nvSpPr>
        <p:spPr>
          <a:xfrm>
            <a:off x="1282933" y="2982838"/>
            <a:ext cx="6379029" cy="646331"/>
          </a:xfrm>
          <a:prstGeom prst="rect">
            <a:avLst/>
          </a:prstGeom>
          <a:noFill/>
        </p:spPr>
        <p:txBody>
          <a:bodyPr wrap="square" rtlCol="0">
            <a:spAutoFit/>
          </a:bodyPr>
          <a:lstStyle/>
          <a:p>
            <a:pPr algn="ctr"/>
            <a:r>
              <a:rPr lang="en-US" sz="3600" dirty="0"/>
              <a:t>Frontend Project Presentation</a:t>
            </a:r>
            <a:endParaRPr lang="en-IN"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 name="Title 4">
            <a:extLst>
              <a:ext uri="{FF2B5EF4-FFF2-40B4-BE49-F238E27FC236}">
                <a16:creationId xmlns:a16="http://schemas.microsoft.com/office/drawing/2014/main" id="{A3C651D4-F30F-8374-47CC-20D0EEBB9E3D}"/>
              </a:ext>
            </a:extLst>
          </p:cNvPr>
          <p:cNvSpPr>
            <a:spLocks noGrp="1"/>
          </p:cNvSpPr>
          <p:nvPr>
            <p:ph type="title"/>
          </p:nvPr>
        </p:nvSpPr>
        <p:spPr>
          <a:xfrm>
            <a:off x="533400" y="892629"/>
            <a:ext cx="6019800" cy="838200"/>
          </a:xfrm>
        </p:spPr>
        <p:txBody>
          <a:bodyPr/>
          <a:lstStyle/>
          <a:p>
            <a:pPr algn="l"/>
            <a:r>
              <a:rPr lang="en-US" b="1" dirty="0"/>
              <a:t>Problem</a:t>
            </a:r>
            <a:r>
              <a:rPr lang="en-US" dirty="0"/>
              <a:t>:-</a:t>
            </a:r>
            <a:endParaRPr lang="en-IN" dirty="0"/>
          </a:p>
        </p:txBody>
      </p:sp>
      <p:sp>
        <p:nvSpPr>
          <p:cNvPr id="7" name="Text Placeholder 6">
            <a:extLst>
              <a:ext uri="{FF2B5EF4-FFF2-40B4-BE49-F238E27FC236}">
                <a16:creationId xmlns:a16="http://schemas.microsoft.com/office/drawing/2014/main" id="{B4B51319-33A1-5000-09A9-414D7C9B6D31}"/>
              </a:ext>
            </a:extLst>
          </p:cNvPr>
          <p:cNvSpPr>
            <a:spLocks noGrp="1"/>
          </p:cNvSpPr>
          <p:nvPr>
            <p:ph type="body" idx="1"/>
          </p:nvPr>
        </p:nvSpPr>
        <p:spPr>
          <a:xfrm>
            <a:off x="642257" y="1730830"/>
            <a:ext cx="8229600" cy="2808514"/>
          </a:xfrm>
        </p:spPr>
        <p:txBody>
          <a:bodyPr/>
          <a:lstStyle/>
          <a:p>
            <a:r>
              <a:rPr lang="en-US" sz="2800" dirty="0"/>
              <a:t>Background image not covering the full area.</a:t>
            </a:r>
          </a:p>
          <a:p>
            <a:r>
              <a:rPr lang="en-US" sz="2800" dirty="0"/>
              <a:t>Text Overlapping</a:t>
            </a:r>
          </a:p>
          <a:p>
            <a:r>
              <a:rPr lang="en-US" sz="2800" dirty="0"/>
              <a:t>Menu item not arranged neatly</a:t>
            </a:r>
          </a:p>
          <a:p>
            <a:r>
              <a:rPr lang="en-US" sz="2800" dirty="0"/>
              <a:t>Buttons not styled properly</a:t>
            </a: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14FD9-F307-EFE3-088E-95B77C60A1B0}"/>
              </a:ext>
            </a:extLst>
          </p:cNvPr>
          <p:cNvSpPr>
            <a:spLocks noGrp="1"/>
          </p:cNvSpPr>
          <p:nvPr>
            <p:ph type="title"/>
          </p:nvPr>
        </p:nvSpPr>
        <p:spPr>
          <a:xfrm>
            <a:off x="457200" y="827314"/>
            <a:ext cx="6019800" cy="838200"/>
          </a:xfrm>
        </p:spPr>
        <p:txBody>
          <a:bodyPr/>
          <a:lstStyle/>
          <a:p>
            <a:pPr algn="l"/>
            <a:r>
              <a:rPr lang="en-US" b="1" dirty="0"/>
              <a:t>Features:-</a:t>
            </a:r>
            <a:endParaRPr lang="en-IN" b="1" dirty="0"/>
          </a:p>
        </p:txBody>
      </p:sp>
      <p:sp>
        <p:nvSpPr>
          <p:cNvPr id="3" name="Text Placeholder 2">
            <a:extLst>
              <a:ext uri="{FF2B5EF4-FFF2-40B4-BE49-F238E27FC236}">
                <a16:creationId xmlns:a16="http://schemas.microsoft.com/office/drawing/2014/main" id="{B6ED3ABE-8F30-2EAF-ED48-D27EBD656B11}"/>
              </a:ext>
            </a:extLst>
          </p:cNvPr>
          <p:cNvSpPr>
            <a:spLocks noGrp="1"/>
          </p:cNvSpPr>
          <p:nvPr>
            <p:ph type="body" idx="1"/>
          </p:nvPr>
        </p:nvSpPr>
        <p:spPr>
          <a:xfrm>
            <a:off x="457200" y="1665513"/>
            <a:ext cx="8229600" cy="3331029"/>
          </a:xfrm>
        </p:spPr>
        <p:txBody>
          <a:bodyPr/>
          <a:lstStyle/>
          <a:p>
            <a:pPr marL="88900" indent="0">
              <a:buNone/>
            </a:pPr>
            <a:r>
              <a:rPr lang="en-US" dirty="0"/>
              <a:t> </a:t>
            </a:r>
            <a:r>
              <a:rPr lang="en-US" sz="2400" dirty="0"/>
              <a:t>The problem is to design an Online platform for café which provide:</a:t>
            </a:r>
          </a:p>
          <a:p>
            <a:pPr>
              <a:buFont typeface="Arial" panose="020B0604020202020204" pitchFamily="34" charset="0"/>
              <a:buChar char="•"/>
            </a:pPr>
            <a:endParaRPr lang="en-IN" dirty="0"/>
          </a:p>
          <a:p>
            <a:pPr>
              <a:buFont typeface="Arial" panose="020B0604020202020204" pitchFamily="34" charset="0"/>
              <a:buChar char="•"/>
            </a:pPr>
            <a:r>
              <a:rPr lang="en-IN" sz="2400" dirty="0"/>
              <a:t>Home Page</a:t>
            </a:r>
          </a:p>
          <a:p>
            <a:pPr>
              <a:buFont typeface="Arial" panose="020B0604020202020204" pitchFamily="34" charset="0"/>
              <a:buChar char="•"/>
            </a:pPr>
            <a:r>
              <a:rPr lang="en-IN" sz="2400" dirty="0"/>
              <a:t>Menu Page</a:t>
            </a:r>
          </a:p>
          <a:p>
            <a:pPr>
              <a:buFont typeface="Arial" panose="020B0604020202020204" pitchFamily="34" charset="0"/>
              <a:buChar char="•"/>
            </a:pPr>
            <a:r>
              <a:rPr lang="en-IN" sz="2400" dirty="0"/>
              <a:t>About Page</a:t>
            </a:r>
          </a:p>
          <a:p>
            <a:pPr>
              <a:buFont typeface="Arial" panose="020B0604020202020204" pitchFamily="34" charset="0"/>
              <a:buChar char="•"/>
            </a:pPr>
            <a:r>
              <a:rPr lang="en-IN" sz="2400" dirty="0"/>
              <a:t>Contact Page</a:t>
            </a:r>
          </a:p>
          <a:p>
            <a:pPr>
              <a:buFont typeface="Arial" panose="020B0604020202020204" pitchFamily="34" charset="0"/>
              <a:buChar char="•"/>
            </a:pPr>
            <a:endParaRPr lang="en-IN" dirty="0"/>
          </a:p>
          <a:p>
            <a:pPr>
              <a:buFont typeface="Arial" panose="020B0604020202020204" pitchFamily="34" charset="0"/>
              <a:buChar char="•"/>
            </a:pPr>
            <a:endParaRPr lang="en-IN" dirty="0"/>
          </a:p>
        </p:txBody>
      </p:sp>
    </p:spTree>
    <p:extLst>
      <p:ext uri="{BB962C8B-B14F-4D97-AF65-F5344CB8AC3E}">
        <p14:creationId xmlns:p14="http://schemas.microsoft.com/office/powerpoint/2010/main" val="3148132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up of coffee&#10;&#10;AI-generated content may be incorrect.">
            <a:extLst>
              <a:ext uri="{FF2B5EF4-FFF2-40B4-BE49-F238E27FC236}">
                <a16:creationId xmlns:a16="http://schemas.microsoft.com/office/drawing/2014/main" id="{E8B5EEDE-69F6-E3A4-56A5-76583431FA09}"/>
              </a:ext>
            </a:extLst>
          </p:cNvPr>
          <p:cNvPicPr>
            <a:picLocks noChangeAspect="1"/>
          </p:cNvPicPr>
          <p:nvPr/>
        </p:nvPicPr>
        <p:blipFill>
          <a:blip r:embed="rId2"/>
          <a:stretch>
            <a:fillRect/>
          </a:stretch>
        </p:blipFill>
        <p:spPr>
          <a:xfrm>
            <a:off x="0" y="1132284"/>
            <a:ext cx="9144000" cy="4593431"/>
          </a:xfrm>
          <a:prstGeom prst="rect">
            <a:avLst/>
          </a:prstGeom>
        </p:spPr>
      </p:pic>
    </p:spTree>
    <p:extLst>
      <p:ext uri="{BB962C8B-B14F-4D97-AF65-F5344CB8AC3E}">
        <p14:creationId xmlns:p14="http://schemas.microsoft.com/office/powerpoint/2010/main" val="3108320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menu&#10;&#10;AI-generated content may be incorrect.">
            <a:extLst>
              <a:ext uri="{FF2B5EF4-FFF2-40B4-BE49-F238E27FC236}">
                <a16:creationId xmlns:a16="http://schemas.microsoft.com/office/drawing/2014/main" id="{7AE475D4-0395-ABC5-3463-F90C75BED270}"/>
              </a:ext>
            </a:extLst>
          </p:cNvPr>
          <p:cNvPicPr>
            <a:picLocks noChangeAspect="1"/>
          </p:cNvPicPr>
          <p:nvPr/>
        </p:nvPicPr>
        <p:blipFill>
          <a:blip r:embed="rId2"/>
          <a:stretch>
            <a:fillRect/>
          </a:stretch>
        </p:blipFill>
        <p:spPr>
          <a:xfrm>
            <a:off x="0" y="1125140"/>
            <a:ext cx="9144000" cy="4607719"/>
          </a:xfrm>
          <a:prstGeom prst="rect">
            <a:avLst/>
          </a:prstGeom>
        </p:spPr>
      </p:pic>
    </p:spTree>
    <p:extLst>
      <p:ext uri="{BB962C8B-B14F-4D97-AF65-F5344CB8AC3E}">
        <p14:creationId xmlns:p14="http://schemas.microsoft.com/office/powerpoint/2010/main" val="887736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menu&#10;&#10;AI-generated content may be incorrect.">
            <a:extLst>
              <a:ext uri="{FF2B5EF4-FFF2-40B4-BE49-F238E27FC236}">
                <a16:creationId xmlns:a16="http://schemas.microsoft.com/office/drawing/2014/main" id="{D083F518-ADBB-08AC-E75A-4C0490C7CEC5}"/>
              </a:ext>
            </a:extLst>
          </p:cNvPr>
          <p:cNvPicPr>
            <a:picLocks noChangeAspect="1"/>
          </p:cNvPicPr>
          <p:nvPr/>
        </p:nvPicPr>
        <p:blipFill>
          <a:blip r:embed="rId2"/>
          <a:stretch>
            <a:fillRect/>
          </a:stretch>
        </p:blipFill>
        <p:spPr>
          <a:xfrm>
            <a:off x="0" y="1443037"/>
            <a:ext cx="9144000" cy="3971925"/>
          </a:xfrm>
          <a:prstGeom prst="rect">
            <a:avLst/>
          </a:prstGeom>
        </p:spPr>
      </p:pic>
    </p:spTree>
    <p:extLst>
      <p:ext uri="{BB962C8B-B14F-4D97-AF65-F5344CB8AC3E}">
        <p14:creationId xmlns:p14="http://schemas.microsoft.com/office/powerpoint/2010/main" val="247603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E0C24294-2BD8-EFB6-77CC-8208017E28EF}"/>
              </a:ext>
            </a:extLst>
          </p:cNvPr>
          <p:cNvPicPr>
            <a:picLocks noChangeAspect="1"/>
          </p:cNvPicPr>
          <p:nvPr/>
        </p:nvPicPr>
        <p:blipFill>
          <a:blip r:embed="rId2"/>
          <a:stretch>
            <a:fillRect/>
          </a:stretch>
        </p:blipFill>
        <p:spPr>
          <a:xfrm>
            <a:off x="0" y="1518047"/>
            <a:ext cx="9144000" cy="3821906"/>
          </a:xfrm>
          <a:prstGeom prst="rect">
            <a:avLst/>
          </a:prstGeom>
        </p:spPr>
      </p:pic>
    </p:spTree>
    <p:extLst>
      <p:ext uri="{BB962C8B-B14F-4D97-AF65-F5344CB8AC3E}">
        <p14:creationId xmlns:p14="http://schemas.microsoft.com/office/powerpoint/2010/main" val="2454688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13AD6-8D40-6B72-8DA1-00E6C3CE3672}"/>
              </a:ext>
            </a:extLst>
          </p:cNvPr>
          <p:cNvSpPr>
            <a:spLocks noGrp="1"/>
          </p:cNvSpPr>
          <p:nvPr>
            <p:ph type="title"/>
          </p:nvPr>
        </p:nvSpPr>
        <p:spPr>
          <a:xfrm>
            <a:off x="391885" y="1077685"/>
            <a:ext cx="6477000" cy="838200"/>
          </a:xfrm>
        </p:spPr>
        <p:txBody>
          <a:bodyPr/>
          <a:lstStyle/>
          <a:p>
            <a:pPr algn="l"/>
            <a:r>
              <a:rPr lang="en-US" b="1" dirty="0"/>
              <a:t>Conclusion</a:t>
            </a:r>
            <a:r>
              <a:rPr lang="en-US" dirty="0"/>
              <a:t>:-</a:t>
            </a:r>
            <a:endParaRPr lang="en-IN" dirty="0"/>
          </a:p>
        </p:txBody>
      </p:sp>
      <p:sp>
        <p:nvSpPr>
          <p:cNvPr id="4" name="Text Placeholder 3">
            <a:extLst>
              <a:ext uri="{FF2B5EF4-FFF2-40B4-BE49-F238E27FC236}">
                <a16:creationId xmlns:a16="http://schemas.microsoft.com/office/drawing/2014/main" id="{F6396AE0-FF03-D638-7829-44C01B596B6B}"/>
              </a:ext>
            </a:extLst>
          </p:cNvPr>
          <p:cNvSpPr>
            <a:spLocks noGrp="1"/>
          </p:cNvSpPr>
          <p:nvPr>
            <p:ph type="body" idx="1"/>
          </p:nvPr>
        </p:nvSpPr>
        <p:spPr>
          <a:xfrm>
            <a:off x="391885" y="1796143"/>
            <a:ext cx="8229600" cy="2699657"/>
          </a:xfrm>
        </p:spPr>
        <p:txBody>
          <a:bodyPr/>
          <a:lstStyle/>
          <a:p>
            <a:r>
              <a:rPr lang="en-US" sz="2800" dirty="0"/>
              <a:t>This project entitled Coffee House was completed successfully. The System has been developed with much care and free of errors and at the same time it is efficient and less time consuming. The purpose of this project was to develop an application for purchasing coffee from a café.</a:t>
            </a:r>
            <a:endParaRPr lang="en-IN" sz="2800" dirty="0"/>
          </a:p>
          <a:p>
            <a:endParaRPr lang="en-IN" sz="2800" dirty="0"/>
          </a:p>
        </p:txBody>
      </p:sp>
    </p:spTree>
    <p:extLst>
      <p:ext uri="{BB962C8B-B14F-4D97-AF65-F5344CB8AC3E}">
        <p14:creationId xmlns:p14="http://schemas.microsoft.com/office/powerpoint/2010/main" val="2731002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0CD5C6-3333-DB7F-71FE-E1620308B21A}"/>
              </a:ext>
            </a:extLst>
          </p:cNvPr>
          <p:cNvSpPr>
            <a:spLocks noGrp="1"/>
          </p:cNvSpPr>
          <p:nvPr>
            <p:ph type="body" idx="1"/>
          </p:nvPr>
        </p:nvSpPr>
        <p:spPr>
          <a:xfrm>
            <a:off x="457200" y="2525486"/>
            <a:ext cx="8229600" cy="3372077"/>
          </a:xfrm>
        </p:spPr>
        <p:txBody>
          <a:bodyPr/>
          <a:lstStyle/>
          <a:p>
            <a:pPr marL="88900" indent="0" algn="ctr">
              <a:buNone/>
            </a:pPr>
            <a:r>
              <a:rPr lang="en-US" sz="9600" b="1" dirty="0"/>
              <a:t>Thank You</a:t>
            </a:r>
            <a:endParaRPr lang="en-IN" sz="9600" b="1" dirty="0"/>
          </a:p>
        </p:txBody>
      </p:sp>
    </p:spTree>
    <p:extLst>
      <p:ext uri="{BB962C8B-B14F-4D97-AF65-F5344CB8AC3E}">
        <p14:creationId xmlns:p14="http://schemas.microsoft.com/office/powerpoint/2010/main" val="1766602806"/>
      </p:ext>
    </p:extLst>
  </p:cSld>
  <p:clrMapOvr>
    <a:masterClrMapping/>
  </p:clrMapOvr>
</p:sld>
</file>

<file path=ppt/theme/theme1.xml><?xml version="1.0" encoding="utf-8"?>
<a:theme xmlns:a="http://schemas.openxmlformats.org/drawingml/2006/main" name="Theme2">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289</TotalTime>
  <Words>128</Words>
  <Application>Microsoft Office PowerPoint</Application>
  <PresentationFormat>On-screen Show (4:3)</PresentationFormat>
  <Paragraphs>24</Paragraphs>
  <Slides>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Times New Roman</vt:lpstr>
      <vt:lpstr>Trebuchet MS</vt:lpstr>
      <vt:lpstr>Theme2</vt:lpstr>
      <vt:lpstr>COFFEE HOUSE</vt:lpstr>
      <vt:lpstr>Problem:-</vt:lpstr>
      <vt:lpstr>Features:-</vt:lpstr>
      <vt:lpstr>PowerPoint Presentation</vt:lpstr>
      <vt:lpstr>PowerPoint Presentation</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Toshiba</dc:creator>
  <cp:lastModifiedBy>Hp</cp:lastModifiedBy>
  <cp:revision>3</cp:revision>
  <dcterms:created xsi:type="dcterms:W3CDTF">2025-08-12T04:51:10Z</dcterms:created>
  <dcterms:modified xsi:type="dcterms:W3CDTF">2025-10-09T05:00:57Z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2019-07-01T00:00:00Z</vt:filetime>
  </property>
  <property fmtid="{D5CDD505-2E9C-101B-9397-08002B2CF9AE}" pid="3" name="Creator">
    <vt:lpwstr>Microsoft® PowerPoint® for Office 365</vt:lpwstr>
  </property>
  <property fmtid="{D5CDD505-2E9C-101B-9397-08002B2CF9AE}" pid="4" name="LastSaved">
    <vt:filetime>2025-08-12T00:00:00Z</vt:filetime>
  </property>
  <property fmtid="{D5CDD505-2E9C-101B-9397-08002B2CF9AE}" pid="5" name="Producer">
    <vt:lpwstr>Microsoft® PowerPoint® for Office 365</vt:lpwstr>
  </property>
</Properties>
</file>